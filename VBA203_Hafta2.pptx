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854" autoAdjust="0"/>
  </p:normalViewPr>
  <p:slideViewPr>
    <p:cSldViewPr snapToGrid="0">
      <p:cViewPr varScale="1">
        <p:scale>
          <a:sx n="55" d="100"/>
          <a:sy n="55" d="100"/>
        </p:scale>
        <p:origin x="107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284E-2727-42C8-B498-A152B2F30524}" type="datetimeFigureOut">
              <a:rPr lang="tr-TR" smtClean="0"/>
              <a:t>28.09.2026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0D5ED-7BF4-467A-BA7A-FE0EF8FFB30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521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0D5ED-7BF4-467A-BA7A-FE0EF8FFB30C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94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8693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654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127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3153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47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767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3626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50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388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217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437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916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961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2469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619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9125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040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728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601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8103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6794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49104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0729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06397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31368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6642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2960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9693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6083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719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4934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7525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7499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7575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2803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8037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8271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474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647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510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2846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1317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525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055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345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82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62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885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4073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782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99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12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  <p:sldLayoutId id="2147483832" r:id="rId18"/>
    <p:sldLayoutId id="2147483833" r:id="rId19"/>
    <p:sldLayoutId id="2147483834" r:id="rId20"/>
    <p:sldLayoutId id="2147483835" r:id="rId21"/>
    <p:sldLayoutId id="2147483836" r:id="rId22"/>
    <p:sldLayoutId id="2147483837" r:id="rId23"/>
    <p:sldLayoutId id="2147483838" r:id="rId24"/>
    <p:sldLayoutId id="2147483839" r:id="rId25"/>
    <p:sldLayoutId id="2147483840" r:id="rId26"/>
    <p:sldLayoutId id="2147483841" r:id="rId27"/>
    <p:sldLayoutId id="2147483842" r:id="rId28"/>
    <p:sldLayoutId id="2147483843" r:id="rId29"/>
    <p:sldLayoutId id="2147483844" r:id="rId30"/>
    <p:sldLayoutId id="2147483845" r:id="rId31"/>
    <p:sldLayoutId id="2147483846" r:id="rId32"/>
    <p:sldLayoutId id="2147483847" r:id="rId33"/>
    <p:sldLayoutId id="2147483848" r:id="rId34"/>
    <p:sldLayoutId id="2147483849" r:id="rId35"/>
    <p:sldLayoutId id="2147483850" r:id="rId36"/>
    <p:sldLayoutId id="2147483851" r:id="rId37"/>
    <p:sldLayoutId id="2147483852" r:id="rId38"/>
    <p:sldLayoutId id="2147483853" r:id="rId39"/>
    <p:sldLayoutId id="2147483854" r:id="rId40"/>
    <p:sldLayoutId id="2147483855" r:id="rId41"/>
    <p:sldLayoutId id="2147483856" r:id="rId42"/>
    <p:sldLayoutId id="2147483857" r:id="rId43"/>
    <p:sldLayoutId id="2147483858" r:id="rId44"/>
    <p:sldLayoutId id="2147483859" r:id="rId45"/>
    <p:sldLayoutId id="2147483860" r:id="rId46"/>
    <p:sldLayoutId id="2147483861" r:id="rId47"/>
    <p:sldLayoutId id="2147483862" r:id="rId48"/>
    <p:sldLayoutId id="2147483863" r:id="rId49"/>
    <p:sldLayoutId id="2147483864" r:id="rId50"/>
    <p:sldLayoutId id="2147483865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C6C5666-43B9-CDBD-962A-F42850ED96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142BCBF-C6A7-1583-E0F5-1EC203A6EC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Resim Yer Tutucusu 3">
            <a:extLst>
              <a:ext uri="{FF2B5EF4-FFF2-40B4-BE49-F238E27FC236}">
                <a16:creationId xmlns:a16="http://schemas.microsoft.com/office/drawing/2014/main" id="{1DA33361-CF4C-62E8-E4BA-5EC1F2112F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219A1C57-B5AA-0E4E-90CD-9F8B9F169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77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Resim 13">
            <a:extLst>
              <a:ext uri="{FF2B5EF4-FFF2-40B4-BE49-F238E27FC236}">
                <a16:creationId xmlns:a16="http://schemas.microsoft.com/office/drawing/2014/main" id="{E0784359-C8CC-7A55-1277-A8931885C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7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B063514-9CDA-93E9-B624-0AC3B030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C92BA58-F122-8E22-09C3-0657CEC81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683AEA5-3FA4-3E6D-1486-F191135EF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88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>
            <a:extLst>
              <a:ext uri="{FF2B5EF4-FFF2-40B4-BE49-F238E27FC236}">
                <a16:creationId xmlns:a16="http://schemas.microsoft.com/office/drawing/2014/main" id="{FD6700F0-9B9B-8F31-6212-41F7E49E8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7EC76F91-71B4-26BE-F276-29233475EF61}"/>
              </a:ext>
            </a:extLst>
          </p:cNvPr>
          <p:cNvSpPr/>
          <p:nvPr/>
        </p:nvSpPr>
        <p:spPr>
          <a:xfrm>
            <a:off x="457199" y="744279"/>
            <a:ext cx="5114261" cy="122274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3200" b="1" dirty="0">
                <a:solidFill>
                  <a:schemeClr val="tx1"/>
                </a:solidFill>
                <a:latin typeface="Georgia" panose="02040502050405020303" pitchFamily="18" charset="0"/>
              </a:rPr>
              <a:t>Örnek Veri Seti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BA8DCE2B-408A-9643-740A-4126D8D21071}"/>
              </a:ext>
            </a:extLst>
          </p:cNvPr>
          <p:cNvSpPr/>
          <p:nvPr/>
        </p:nvSpPr>
        <p:spPr>
          <a:xfrm>
            <a:off x="6096000" y="744279"/>
            <a:ext cx="5638801" cy="109515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r-TR" sz="3200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929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D9285A85-8E52-745F-DB6C-1A05E74E5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207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F9AE0043-A28C-4FB7-FEFD-611196D5D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78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989AFDA0-D29B-5334-E010-86EB3D8B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6148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3BB2A694-6B7D-C69E-154F-4DBA01798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44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482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30B327B-913E-72C6-A137-24D32BE54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6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379AB0-B2E4-5B28-ED5E-A1873EB1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7CB2652-28CC-35AA-2821-8B37B388A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93BC097-4E5C-4A25-9ED1-77C3B4DCC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83"/>
            <a:ext cx="12192000" cy="677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524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1E65F87-32BF-C175-A7EA-61598F1DC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014CC9-B1BF-CCC4-63EA-52A3F6426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13BCC37-2E58-FB87-73D3-9AF94F8B6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14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1362E9-4E4A-1F8D-4F99-96AF42EA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A10A77F-30AC-3B90-D81C-1ED5EA68F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16068E9-00C3-781E-F77D-CBA377013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554" y="0"/>
            <a:ext cx="124443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022126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4</Words>
  <Application>Microsoft Office PowerPoint</Application>
  <PresentationFormat>Geniş ekran</PresentationFormat>
  <Paragraphs>2</Paragraphs>
  <Slides>12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Aptos</vt:lpstr>
      <vt:lpstr>Aptos Light</vt:lpstr>
      <vt:lpstr>Arial</vt:lpstr>
      <vt:lpstr>Georgia</vt:lpstr>
      <vt:lpstr>Chroma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Zeynep Atlı</dc:creator>
  <cp:lastModifiedBy>Zeynep Atlı</cp:lastModifiedBy>
  <cp:revision>3</cp:revision>
  <dcterms:created xsi:type="dcterms:W3CDTF">2026-09-24T06:25:55Z</dcterms:created>
  <dcterms:modified xsi:type="dcterms:W3CDTF">2026-09-28T08:19:58Z</dcterms:modified>
</cp:coreProperties>
</file>